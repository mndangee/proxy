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DataForge (Proxy)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및 사용 방법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Electron + React + TypeScript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앱은 무엇인가요?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API 응답을 저장·선택하고, 모의(목) 서버로 제공하는 데스크톱 도구입니다.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프로젝트별로 엔드포인트와 JSON 응답(로컬/테스트/에러 등)을 관리합니다.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업스트림(실제 백엔드)과 함께 써서 화면 전체 동작을 검증할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Electron — 데스크톱 런타임(앱 자체 실행에는 별도 Node 설치가 필요 없음)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+ TypeScript + Vite / electron-vite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4 — 디자인 토큰·공통 컴포넌트 기반 UI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탐색·편집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3949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프로젝트 목록, 프록시 설정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상세: API 엔드포인트 테이블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상세: 응답 시나리오 선택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편집: 응답 본문 수정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0" y="960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32588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페이지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 샘플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Electron 시 디스크 저장 / 브라우저만 쓸 때는 localStorage 폴백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저장되는 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Electron: 사용자 데이터 폴더 아래 프로젝트 디렉터리(매니페스트·apis 등)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브라우저만: localStorage 키로 프로젝트 목록 등 유지(출처(origin)마다 다름)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화면에서 고른 활성 응답은 localStorage에 별도 키로 저장됩니다.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· 모의 서버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정리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서버(프록시): 앱에 저장된 mock이 있으면 그 응답을 먼저 반환합니다.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업스트림: mock이 없거나 전달이 필요한 요청을 실제 서버가 처리합니다.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게이트웨이(선택): 클라이언트가 포트·URL을 바꿀 수 없을 때 중간에서 라우팅합니다.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요청/응답 방식(프로토콜 프로필)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트랜 봉투: header.tranId 등으로 조회, responseMessage 형태로 응답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JSON API(REST): 경로·헤더·쿼리·본문 기반 키로 조회, JSON 그대로 응답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성격에 맞는 프로필을 선택해야 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홈에서 하는 설정(요약)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「프록시 설정」: 모의 서버 ON/OFF, 포트, 프로토콜 프로필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업스트림 자동 실행: 작업 폴더·포트·(선택) 실행 명령·Node 실행 파일 경로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tranId와 API 이름이 다르면 mockTranAliases로 매핑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동작 — 두 가지 패턴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API 베이스 URL 변경 가능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3949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OFF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클라이언트가 모의 서버 URL로 직접 호출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http://localhost:4780/api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 있음 → 프록시, 없음 → 업스트림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0" y="960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URL/포트 고정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32588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ON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포트는 게이트웨이, 업스트림은 다른 포트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서버는 별도 포트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포트가 겹치면 안 됨(EADDRINUSE)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/ Windows 참고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앱(EXE) 실행: Electron에 런타임 포함 → 사용자 PC에 Node 없어도 됨.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업스트림 자동 실행: 외부 백엔드를 띄우므로 node.exe가 필요할 수 있음.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Windows: NVM_HOME·Program Files\nodejs 순으로 v16 후보 탐색, 커스텀 명령은 cmd /c 경로.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개발·빌드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개발: npm run dev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타입체크/린트: npm run typecheck, npm run lint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패키징: npm run build:mac | build:win | build:linux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문서: README.md, docs/project-full-flow-usage.md, docs/data-lifecycle-guide.md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파일 받는 방법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저장소의 docs/DataForge-프로젝트-개요-및-사용법.pptx 를 그대로 복사하거나 Git에서 내려받습니다.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최신으로 다시 만들려면 프로젝트 루트에서: npm run docs:project-overview-ppt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DataForge 프로젝트 개요 및 사용법</dc:title>
  <dc:subject>개요 · 프록시 · 업스트림 · 배포</dc:subject>
  <dc:creator>DataForge (Proxy)</dc:creator>
  <cp:lastModifiedBy>DataForge (Proxy)</cp:lastModifiedBy>
  <cp:revision>1</cp:revision>
  <dcterms:created xsi:type="dcterms:W3CDTF">2026-05-04T05:15:46Z</dcterms:created>
  <dcterms:modified xsi:type="dcterms:W3CDTF">2026-05-04T05:15:46Z</dcterms:modified>
</cp:coreProperties>
</file>